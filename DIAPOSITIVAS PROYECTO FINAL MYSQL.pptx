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91F5D-FF66-BF11-CDD7-F04C87926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876CC4-D05D-3DCA-0B7B-0AB1725D7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5DFF56-92DF-9C8E-7469-DD012983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AB5F7A-FB76-0195-F2CD-045FB20C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428DAF-DF2A-A8D1-A9DD-D8F3715B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4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E81F9-C705-86FE-6176-3E2503B75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11BCC-8DA0-44C1-0A87-F3A9658AD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85E4AB-47CF-DB91-40E7-8F40DC446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B5B5BC-FBE3-6F84-0B13-C12E9B91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EAF82C-A2DF-4346-7C00-73949DA9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07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A4CA4-F327-DFA8-1717-72762E30C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49ADBC-0D7B-32D8-6C31-A3FEB1501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896635-BFC1-79E8-58E9-CBDB6EFD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37E310-DB2F-8C10-5A2B-2293B3760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F322F1-A0EF-9A8E-6E0D-4EDE5E462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5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E36F0-CE9B-7B4D-C41F-8C0503A6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209BD4-0EA3-C8D7-ACE3-1764C16E6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E7398F-C054-AAB8-5A8D-487B97837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539F4F-F5E4-1223-F8BD-9A168F45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4026E0-054B-E516-89DF-5BD7F924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C97C6B-4A28-21A3-23F2-FC7CEE48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1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E0820-F4A4-1E4A-F2E8-AB5FF31C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9AE935-A5BC-DB01-3D14-4D77502CC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891C64-B7CF-FA4F-CF4A-6B3BA070A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23793D-BBEE-2BA0-31B7-761DE346F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30D3CC-C947-AB6F-1E82-B65DACE82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DED784-4F85-F388-3B58-AA9EC5B2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6A4EE9-B4F6-479E-C63E-C387F50E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6FC9D8-DB8A-7767-D012-00EED4CC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8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9C987-AF44-669E-8445-DD92C078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0E260EC-120D-B4DB-4154-A0AD2852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62F06A-4113-EC1D-988B-097231E7E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A67A53-3EC6-CCC5-2699-B19DA147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8D8A14-5025-B21D-840E-E8D22B4D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B7F5BC2-A5AF-3474-F70C-EB3C9F4F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ABFC33-0472-AD79-30EC-9F200336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7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5A154-A968-B227-0495-C1C73066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0B9AB5-CBB6-A81A-D7BD-1D3810C0B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7920F7-DD3B-B4AA-335B-3CE4EAEFC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2716BC-330C-607B-5D49-813A34F3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24A37C-3FF7-A545-4177-6A9B09CA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44CDB6-2895-F479-A908-DDE024E4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8984B-4B29-94C6-EC1B-E7D60A67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975BF72-524A-5A01-DF34-86644E676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10B2DD-D8DE-A9CF-B880-74AB55400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5A2665-66F3-11B1-1D2D-53606A706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147482-7118-DB3D-70DC-38B12438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C543F7-C5D0-A0C4-A8E0-95A51180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37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68957-636A-929C-AA48-B2B54A00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E22C41-C26D-4060-C1EC-50C8094A4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63035E-9BA1-C997-7B92-D030ECB4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B3F5F2-10E6-A681-DC46-2F43FCEF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6E2222-61E3-1E96-E780-4EB71819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5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508C0D-907C-C7C1-ED55-D4DA2D3E5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436FA5-A421-5D53-CFF9-B3EF22367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B724CB-D14B-16C3-B1B6-ECE69F04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60A3DD-198D-2414-9E3E-8C9F0FD3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1AAB7F-39CB-864A-9379-66F10030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8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06C05F-82E0-2702-2B76-5EA4050E4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C90F0D-1E86-C50C-2C18-3F9B8EA43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22591-007E-1A04-B8F0-DDFB33644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205F3-239C-47D1-A727-59FDDED3F12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9F7CB4-9600-AA0D-F0D4-19B1C2D44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168468-CF25-352B-C0B0-7ED3D5B60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C0C3E-FC1F-46CC-A1DC-EA252D24FA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1A25D0D-868D-A681-CD14-1AFF2851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6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53FC96-0FC2-BB60-20D7-DBB00EF7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5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A1637D-433A-AA29-E57E-F8E9FD66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539"/>
            <a:ext cx="12192000" cy="687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0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1564201-4B97-25FF-772C-1AC0006E8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642"/>
            <a:ext cx="12192000" cy="691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96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49EFA71-0F89-CC0B-9DAD-65A4C0DC2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7"/>
            <a:ext cx="12192000" cy="68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0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B825DC8-BC74-776F-0439-987AA0DA1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539"/>
            <a:ext cx="12192000" cy="687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12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3F91FA9-B335-FD7F-6DA9-E1D77599B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3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88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60C98D5-52A7-0EA7-58BD-ABB81F846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0826" cy="695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7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5C0F19-BF0B-C610-2B56-C4EFD0DA5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35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0020C68-FAEE-7A12-3647-C87BFD097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8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15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8B223-C5BF-8EB0-65CF-9DE6906A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3352BF-C54C-0D7C-5D70-E868A4D7E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A07B63-8542-D934-ACFE-1D97BB4F1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0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785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MAYRA TERAN</dc:creator>
  <cp:lastModifiedBy>MAYRA TERAN</cp:lastModifiedBy>
  <cp:revision>1</cp:revision>
  <dcterms:created xsi:type="dcterms:W3CDTF">2025-09-20T01:49:56Z</dcterms:created>
  <dcterms:modified xsi:type="dcterms:W3CDTF">2025-09-20T01:50:08Z</dcterms:modified>
</cp:coreProperties>
</file>